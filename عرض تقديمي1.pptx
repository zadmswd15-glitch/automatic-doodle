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smtClean="0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8B438B22-C9A2-499E-8376-71A31902A36C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1034769C-0E80-4230-B3B5-334356DD7C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1143000" y="5410200"/>
            <a:ext cx="5638800" cy="8243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100%</a:t>
            </a:r>
            <a:r>
              <a:rPr lang="ar-JO" sz="3200" dirty="0" smtClean="0">
                <a:solidFill>
                  <a:srgbClr val="FF0000"/>
                </a:solidFill>
              </a:rPr>
              <a:t>زاد </a:t>
            </a:r>
            <a:r>
              <a:rPr lang="ar-JO" sz="3200" dirty="0" smtClean="0">
                <a:solidFill>
                  <a:srgbClr val="FF0000"/>
                </a:solidFill>
              </a:rPr>
              <a:t>بال</a:t>
            </a:r>
            <a:r>
              <a:rPr lang="ar-JO" sz="3200" dirty="0" smtClean="0">
                <a:solidFill>
                  <a:srgbClr val="FF0000"/>
                </a:solidFill>
              </a:rPr>
              <a:t>تأ</a:t>
            </a:r>
            <a:r>
              <a:rPr lang="ar-JO" sz="3200" dirty="0" smtClean="0">
                <a:solidFill>
                  <a:srgbClr val="FF0000"/>
                </a:solidFill>
              </a:rPr>
              <a:t>كيد 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مستطيل 5"/>
          <p:cNvSpPr/>
          <p:nvPr/>
        </p:nvSpPr>
        <p:spPr>
          <a:xfrm>
            <a:off x="4807527" y="-34636"/>
            <a:ext cx="330430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ar-JO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من الاول على </a:t>
            </a:r>
            <a:r>
              <a:rPr lang="ar-JO" sz="54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المملكه</a:t>
            </a:r>
            <a:endParaRPr lang="ar-SA" sz="5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0" y="5105401"/>
            <a:ext cx="9144000" cy="1752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JO" sz="4000" dirty="0" smtClean="0"/>
              <a:t>الان سيتم اعلان عن الاول على المملكة</a:t>
            </a:r>
            <a:endParaRPr lang="en-US" sz="4000" dirty="0"/>
          </a:p>
        </p:txBody>
      </p:sp>
      <p:sp>
        <p:nvSpPr>
          <p:cNvPr id="8" name="مستطيل 7"/>
          <p:cNvSpPr/>
          <p:nvPr/>
        </p:nvSpPr>
        <p:spPr>
          <a:xfrm>
            <a:off x="7772399" y="5105400"/>
            <a:ext cx="1343891" cy="1752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JO" sz="4000" dirty="0" smtClean="0"/>
              <a:t>عاجل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734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أوستن">
  <a:themeElements>
    <a:clrScheme name="أوستن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أوستن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أوستن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15</Words>
  <Application>Microsoft Office PowerPoint</Application>
  <PresentationFormat>عرض على الشاشة (3:4)‏</PresentationFormat>
  <Paragraphs>4</Paragraphs>
  <Slides>1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2" baseType="lpstr">
      <vt:lpstr>أوستن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dell</dc:creator>
  <cp:lastModifiedBy>dell</cp:lastModifiedBy>
  <cp:revision>5</cp:revision>
  <dcterms:created xsi:type="dcterms:W3CDTF">2026-04-25T08:34:00Z</dcterms:created>
  <dcterms:modified xsi:type="dcterms:W3CDTF">2026-04-25T12:53:14Z</dcterms:modified>
</cp:coreProperties>
</file>